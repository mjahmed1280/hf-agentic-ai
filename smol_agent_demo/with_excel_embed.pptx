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F87E2A1-63B5-4C99-B6B3-CBAF95387D6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4FDD2AF-7182-406B-9EBC-7B6A046DAE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EE5DC91-8933-4CCD-825B-EEDD7C436D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BD3E716-35E1-4DEB-9319-E22A4BA5237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97241E76-DD43-4F72-8B77-6C424FB42D6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CA73AFB-DE73-43E8-A2F2-69E98FAF812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EC4A58C-FEAD-4F5A-8E41-71BF2F4949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D094351-5926-48B1-BB5D-0C5A555316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80ABAEE-59EF-4602-B886-42B1F857F22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FA1090F-627F-4E20-A483-86648AFF1F5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C86AFC-D975-4238-9DA0-7A62F78D6F1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package" Target="../embeddings/oleObject1.xlsx" TargetMode="Internal" /><Relationship Id="rId3" Type="http://schemas.openxmlformats.org/officeDocument/2006/relationships/image" Target="../media/image1.png" /><Relationship Id="rId4" Type="http://schemas.openxmlformats.org/officeDocument/2006/relationships/vmlDrawing" Target="../drawings/vmlDrawing1.v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2" name="OleObject" title=""/>
          <p:cNvGraphicFramePr>
            <a:graphicFrameLocks noChangeAspect="1"/>
          </p:cNvGraphicFramePr>
          <p:nvPr/>
        </p:nvGraphicFramePr>
        <p:xfrm>
          <a:off x="1270000" y="1270000"/>
          <a:ext cx="6350000" cy="50800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8" r:id="rId2" imgW="6350000" imgH="5080000" progId="excel.sheet.12">
                  <p:embed/>
                </p:oleObj>
              </mc:Choice>
              <mc:Fallback>
                <p:oleObj r:id="rId2" imgW="6350000" imgH="5080000" progId="excel.sheet.12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0000" y="1270000"/>
                        <a:ext cx="6350000" cy="508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25.12.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10.0.26100.0"/>
  <p:tag name="AS_RELEASE_DATE" val="2025.12.14"/>
  <p:tag name="AS_TITLE" val="Aspose.Slides for Python via .NET"/>
  <p:tag name="AS_VERSION" val="25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Python via .NET</Application>
  <AppVersion>25.1200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2026-01-20T16:25:22.603</cp:lastPrinted>
  <dcterms:created xsi:type="dcterms:W3CDTF">2026-01-20T10:55:22Z</dcterms:created>
  <dcterms:modified xsi:type="dcterms:W3CDTF">2026-01-20T10:55:22Z</dcterms:modified>
</cp:coreProperties>
</file>