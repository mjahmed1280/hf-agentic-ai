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AF0AD5-D0AA-44BC-A3A4-5689D66BE577}" v="3" dt="2026-01-20T10:51:21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74" d="100"/>
          <a:sy n="74" d="100"/>
        </p:scale>
        <p:origin x="32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aria Ahmed" userId="3efd91db-121f-458c-bafa-c8e886aab3d1" providerId="ADAL" clId="{B56914E3-E752-45A2-9D41-A5C1C6C45771}"/>
    <pc:docChg chg="modSld">
      <pc:chgData name="Jakaria Ahmed" userId="3efd91db-121f-458c-bafa-c8e886aab3d1" providerId="ADAL" clId="{B56914E3-E752-45A2-9D41-A5C1C6C45771}" dt="2026-01-20T10:51:21.509" v="3" actId="27918"/>
      <pc:docMkLst>
        <pc:docMk/>
      </pc:docMkLst>
      <pc:sldChg chg="mod">
        <pc:chgData name="Jakaria Ahmed" userId="3efd91db-121f-458c-bafa-c8e886aab3d1" providerId="ADAL" clId="{B56914E3-E752-45A2-9D41-A5C1C6C45771}" dt="2026-01-20T10:51:21.509" v="3" actId="27918"/>
        <pc:sldMkLst>
          <pc:docMk/>
          <pc:sldMk cId="0" sldId="25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94-440A-B84D-6DFB4152F6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94-440A-B84D-6DFB4152F6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94-440A-B84D-6DFB4152F6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7451136"/>
        <c:axId val="66437120"/>
      </c:barChart>
      <c:catAx>
        <c:axId val="67451136"/>
        <c:scaling>
          <c:orientation val="minMax"/>
        </c:scaling>
        <c:delete val="0"/>
        <c:axPos val="b"/>
        <c:title>
          <c:overlay val="0"/>
        </c:title>
        <c:numFmt formatCode="General" sourceLinked="0"/>
        <c:majorTickMark val="out"/>
        <c:minorTickMark val="none"/>
        <c:tickLblPos val="nextTo"/>
        <c:crossAx val="66437120"/>
        <c:crosses val="autoZero"/>
        <c:auto val="0"/>
        <c:lblAlgn val="ctr"/>
        <c:lblOffset val="100"/>
        <c:noMultiLvlLbl val="0"/>
      </c:catAx>
      <c:valAx>
        <c:axId val="66437120"/>
        <c:scaling>
          <c:orientation val="minMax"/>
        </c:scaling>
        <c:delete val="0"/>
        <c:axPos val="l"/>
        <c:majorGridlines/>
        <c:title>
          <c:overlay val="0"/>
        </c:title>
        <c:numFmt formatCode="General" sourceLinked="1"/>
        <c:majorTickMark val="out"/>
        <c:minorTickMark val="none"/>
        <c:tickLblPos val="nextTo"/>
        <c:crossAx val="67451136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legend>
      <c:legendPos val="r"/>
      <c:overlay val="0"/>
    </c:legend>
    <c:plotVisOnly val="1"/>
    <c:dispBlanksAs val="zero"/>
    <c:showDLblsOverMax val="1"/>
  </c:chart>
  <c:txPr>
    <a:bodyPr/>
    <a:lstStyle/>
    <a:p>
      <a:pPr>
        <a:defRPr sz="1800" smtId="4294967295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F499715-8979-49A2-A415-85E0302C2FBF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8595FCF-F34F-4CBF-B94C-9D38AB028500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6DF3AFE-1318-4B25-AF0D-95A7CEE354D8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D688BC-3731-4F4A-93A3-4DE72FD1B2BD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F1C1BBFE-2108-41B6-9E31-34B9BFECE35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4D716E7-3291-4B13-B184-0220396E1E5D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6A70622-E73C-40A8-BBC8-8DE6C806F89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2044929-7788-4690-8F8F-33D5A21B37F0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65C8D5F-F15B-4FF3-AE9E-7DA386F12473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A073970-518D-4E8F-9C06-7F590200D58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21FF23B-636A-439D-9674-3452F7A2BFBB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rPr dirty="0"/>
              <a:t>Evaluation only.</a:t>
            </a:r>
          </a:p>
          <a:p>
            <a:pPr algn="ctr"/>
            <a:r>
              <a:rPr dirty="0"/>
              <a:t>Created with </a:t>
            </a:r>
            <a:r>
              <a:rPr dirty="0" err="1"/>
              <a:t>Aspose.Slides</a:t>
            </a:r>
            <a:r>
              <a:rPr dirty="0"/>
              <a:t> for Python via .NET 25.12.</a:t>
            </a:r>
          </a:p>
          <a:p>
            <a:pPr algn="ctr"/>
            <a:r>
              <a:rPr dirty="0"/>
              <a:t>Copyright 2004-2025Aspose Pty Ltd.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Object"/>
          <p:cNvGraphicFramePr/>
          <p:nvPr>
            <p:extLst>
              <p:ext uri="{D42A27DB-BD31-4B8C-83A1-F6EECF244321}">
                <p14:modId xmlns:p14="http://schemas.microsoft.com/office/powerpoint/2010/main" val="223030475"/>
              </p:ext>
            </p:extLst>
          </p:nvPr>
        </p:nvGraphicFramePr>
        <p:xfrm>
          <a:off x="635000" y="635000"/>
          <a:ext cx="762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rPr dirty="0"/>
              <a:t>Evaluation only.</a:t>
            </a:r>
          </a:p>
          <a:p>
            <a:pPr algn="ctr"/>
            <a:r>
              <a:rPr dirty="0"/>
              <a:t>Created with </a:t>
            </a:r>
            <a:r>
              <a:rPr dirty="0" err="1"/>
              <a:t>Aspose.Slides</a:t>
            </a:r>
            <a:r>
              <a:rPr dirty="0"/>
              <a:t> for Python via .NET 25.12.</a:t>
            </a:r>
          </a:p>
          <a:p>
            <a:pPr algn="ctr"/>
            <a:r>
              <a:rPr dirty="0"/>
              <a:t>Copyright 2004-2025Aspose Pty Ltd.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Microsoft Windows NT 10.0.26100.0"/>
  <p:tag name="AS_RELEASE_DATE" val="2025.12.14"/>
  <p:tag name="AS_TITLE" val="Aspose.Slides for Python via .NET"/>
  <p:tag name="AS_VERSION" val="25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Jakaria Ahmed</cp:lastModifiedBy>
  <cp:revision>1</cp:revision>
  <cp:lastPrinted>2026-01-20T16:20:44Z</cp:lastPrinted>
  <dcterms:created xsi:type="dcterms:W3CDTF">2026-01-20T10:50:44Z</dcterms:created>
  <dcterms:modified xsi:type="dcterms:W3CDTF">2026-01-20T10:51:38Z</dcterms:modified>
</cp:coreProperties>
</file>