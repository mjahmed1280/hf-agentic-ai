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aria Ahmed" userId="3efd91db-121f-458c-bafa-c8e886aab3d1" providerId="ADAL" clId="{B56914E3-E752-45A2-9D41-A5C1C6C45771}"/>
    <pc:docChg chg="modSld">
      <pc:chgData name="Jakaria Ahmed" userId="3efd91db-121f-458c-bafa-c8e886aab3d1" providerId="ADAL" clId="{B56914E3-E752-45A2-9D41-A5C1C6C45771}" dt="2026-01-20T10:46:33.720" v="0" actId="14100"/>
      <pc:docMkLst>
        <pc:docMk/>
      </pc:docMkLst>
      <pc:sldChg chg="modSp mod">
        <pc:chgData name="Jakaria Ahmed" userId="3efd91db-121f-458c-bafa-c8e886aab3d1" providerId="ADAL" clId="{B56914E3-E752-45A2-9D41-A5C1C6C45771}" dt="2026-01-20T10:46:33.720" v="0" actId="14100"/>
        <pc:sldMkLst>
          <pc:docMk/>
          <pc:sldMk cId="0" sldId="256"/>
        </pc:sldMkLst>
        <pc:picChg chg="mod">
          <ac:chgData name="Jakaria Ahmed" userId="3efd91db-121f-458c-bafa-c8e886aab3d1" providerId="ADAL" clId="{B56914E3-E752-45A2-9D41-A5C1C6C45771}" dt="2026-01-20T10:46:33.720" v="0" actId="14100"/>
          <ac:picMkLst>
            <pc:docMk/>
            <pc:sldMk cId="0" sldId="256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599"/>
            <a:ext cx="7552944" cy="4248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Financial Overview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Jakaria Ahmed</cp:lastModifiedBy>
  <cp:revision>1</cp:revision>
  <dcterms:created xsi:type="dcterms:W3CDTF">2013-01-27T09:14:16Z</dcterms:created>
  <dcterms:modified xsi:type="dcterms:W3CDTF">2026-01-20T10:46:33Z</dcterms:modified>
  <cp:category/>
</cp:coreProperties>
</file>