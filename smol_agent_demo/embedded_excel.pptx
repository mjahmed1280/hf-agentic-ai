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FEF759-FEEC-408F-8431-9916C99F5283}" v="1" dt="2026-01-20T10:59:05.9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aria Ahmed" userId="3efd91db-121f-458c-bafa-c8e886aab3d1" providerId="ADAL" clId="{B56914E3-E752-45A2-9D41-A5C1C6C45771}"/>
    <pc:docChg chg="modSld">
      <pc:chgData name="Jakaria Ahmed" userId="3efd91db-121f-458c-bafa-c8e886aab3d1" providerId="ADAL" clId="{B56914E3-E752-45A2-9D41-A5C1C6C45771}" dt="2026-01-20T10:59:05.929" v="0"/>
      <pc:docMkLst>
        <pc:docMk/>
      </pc:docMkLst>
      <pc:sldChg chg="modSp">
        <pc:chgData name="Jakaria Ahmed" userId="3efd91db-121f-458c-bafa-c8e886aab3d1" providerId="ADAL" clId="{B56914E3-E752-45A2-9D41-A5C1C6C45771}" dt="2026-01-20T10:59:05.929" v="0"/>
        <pc:sldMkLst>
          <pc:docMk/>
          <pc:sldMk cId="0" sldId="256"/>
        </pc:sldMkLst>
        <pc:graphicFrameChg chg="mod">
          <ac:chgData name="Jakaria Ahmed" userId="3efd91db-121f-458c-bafa-c8e886aab3d1" providerId="ADAL" clId="{B56914E3-E752-45A2-9D41-A5C1C6C45771}" dt="2026-01-20T10:59:05.929" v="0"/>
          <ac:graphicFrameMkLst>
            <pc:docMk/>
            <pc:sldMk cId="0" sldId="256"/>
            <ac:graphicFrameMk id="3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2026-01-20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3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5596"/>
              </p:ext>
            </p:extLst>
          </p:nvPr>
        </p:nvGraphicFramePr>
        <p:xfrm>
          <a:off x="927100" y="938213"/>
          <a:ext cx="1801813" cy="178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50760" imgH="594000" progId="Excel.Sheet.12">
                  <p:embed/>
                </p:oleObj>
              </mc:Choice>
              <mc:Fallback>
                <p:oleObj name="Worksheet" showAsIcon="1" r:id="rId2" imgW="950760" imgH="594000" progId="Excel.Sheet.12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27100" y="938213"/>
                        <a:ext cx="1801813" cy="178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Office Theme</vt:lpstr>
      <vt:lpstr>Microsoft Excel Worksheet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Jakaria Ahmed</cp:lastModifiedBy>
  <cp:revision>1</cp:revision>
  <dcterms:created xsi:type="dcterms:W3CDTF">2013-01-27T09:14:16Z</dcterms:created>
  <dcterms:modified xsi:type="dcterms:W3CDTF">2026-01-20T10:59:36Z</dcterms:modified>
  <cp:category/>
</cp:coreProperties>
</file>